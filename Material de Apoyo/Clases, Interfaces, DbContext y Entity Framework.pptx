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78F4C-BE27-C46A-47A7-4E2C5EB5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1D5827-B7EA-BE14-FE43-21C9D4D0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6E6BD-2496-78C4-3D69-DE3D7DAC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ABF51-B130-A462-8ABD-8F9F75AD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1785A4-733C-9E6E-B68C-B7F99011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6663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0E24A-911B-AD49-CD8C-978B46AB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9236D-76CE-DBC5-6881-87B4801E3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E47E7-EE0E-1CDE-D70A-954BEEBE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15FFAB-B9FE-2233-8445-93DA59BD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62C73-F1DD-B9E5-FC7F-F3306CBF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39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EC194-8557-9AA2-7A84-CAD32D8D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F26E5-F54E-1964-B1F2-44EEF2C73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EF588-326A-450C-8C5D-6531DD07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4FE1B8-0C30-EFC0-9811-B5CE3925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D393FF-D9FF-D80A-2184-48BD86C0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839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963F7-1927-153E-10BF-539EBFF6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FF25A1-3447-E10E-BBB0-59D8E060B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3ABA4D-9FA6-A1F7-2FE2-885D11F2F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EB9332-BD78-161E-BF54-1A5CE957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075C5C-F056-92CD-297D-B7ED59F0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8841B3-C0E3-8883-FED1-5577172D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392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4A4CF-2BD6-9204-100D-D32C953B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AA369F-EF8A-AC9D-CE4A-E3402B13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17F49D-2102-1286-A280-3A8488B2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6800D0-ADA6-3866-F409-26CE445FC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AF00B4-6E25-87D7-C96F-49EFC6F58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B881ACB-E30E-A5D6-B94B-AB3BF2957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B2AA9E-CFD2-D998-75E0-971FFABA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E72B8E-06B8-9350-35A6-ECA23224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142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0AAA-697D-F0A9-9FEB-88FA3BB7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E18445-9BB6-82A1-0B94-8C93B6910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809E6D-8DF2-8910-46F6-FAD49F32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79111A-336B-0D3E-781B-4A472EEC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7822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4832F-AB78-1A64-E05D-BAC8432D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14C-6397-4A56-D9D4-C68E4AB1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FC167B-727C-B799-E8E8-24CB8C6B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13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8FDE5-BE02-B597-035D-2BF692FD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1D05E1-9EB9-3D78-100F-3832BAF9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EC1C1C-97F5-7811-F5E6-674F9E87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E88034-CA34-6594-D24A-6C86672E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FA5EFC-6C58-4294-DBA0-DAAC5436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214789-503F-908C-445E-7918C209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378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55757-EB4C-37A9-6FA8-2E9B3461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A6C7A7-B2C7-016F-E382-EFA8990FC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02C57E-A5DD-DAD9-5F95-BA824E40F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00181E-C5A3-A0B4-A1AC-061A0EE6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E822-7274-EB40-B000-07F94AD4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9D2EE2-5F20-B92F-E941-868F3710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712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936AA-C15C-4CA1-D89E-A204D5ED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FDDD6-11F4-EF8A-33D5-33B29F238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51B539-5796-1F74-5105-CD38933D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B9838-FD62-5F45-7FEC-DAD49647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10FCA6-3B1B-8FD4-9F6D-E0E2EA5B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961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CE1FE8-E7D7-C3C8-C10D-89A6587C3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86E4F4-CB99-1FC7-2BC8-18F1225C2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72B91-46CE-D161-A6C6-29886797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FA2529-CDEB-1D07-3B70-02AE3DB8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6933C-A2A6-3F40-362D-BAC15B4B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849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2BC298-E04D-BBDE-676F-4B571BE6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CCB9C0-30B4-B272-2CF8-A34D0E7D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0DF499-6572-C638-2029-897F8EAAD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2E036-8CBA-4F97-9B08-84026716CCA9}" type="datetimeFigureOut">
              <a:rPr lang="es-MX" smtClean="0"/>
              <a:t>25/09/2026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E96B2-ED3E-73B4-685A-B77C630E5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B972D2-0FD1-4331-4CCC-D6597F3CB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BD26D-A278-429C-B80C-A5FF0C5EF3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910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Cables conectados al router principal">
            <a:extLst>
              <a:ext uri="{FF2B5EF4-FFF2-40B4-BE49-F238E27FC236}">
                <a16:creationId xmlns:a16="http://schemas.microsoft.com/office/drawing/2014/main" id="{746B06B4-201F-5B7B-F6AD-471C0098A7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01" r="1" b="184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15B441-907E-36E7-EC61-B4C430630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552176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sz="5400" dirty="0">
                <a:solidFill>
                  <a:schemeClr val="bg1"/>
                </a:solidFill>
              </a:rPr>
              <a:t>Clases, Interfaces, </a:t>
            </a:r>
            <a:r>
              <a:rPr lang="es-MX" sz="5400" dirty="0" err="1">
                <a:solidFill>
                  <a:schemeClr val="bg1"/>
                </a:solidFill>
              </a:rPr>
              <a:t>DbContext</a:t>
            </a:r>
            <a:r>
              <a:rPr lang="es-MX" sz="5400" dirty="0">
                <a:solidFill>
                  <a:schemeClr val="bg1"/>
                </a:solidFill>
              </a:rPr>
              <a:t> y </a:t>
            </a:r>
            <a:r>
              <a:rPr lang="es-MX" sz="5400" dirty="0" err="1">
                <a:solidFill>
                  <a:schemeClr val="bg1"/>
                </a:solidFill>
              </a:rPr>
              <a:t>Entity</a:t>
            </a:r>
            <a:r>
              <a:rPr lang="es-MX" sz="5400" dirty="0">
                <a:solidFill>
                  <a:schemeClr val="bg1"/>
                </a:solidFill>
              </a:rPr>
              <a:t> Framework</a:t>
            </a:r>
            <a:endParaRPr lang="es-MX" sz="52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91AE19-0B98-F2C4-D61B-255E9271A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es-MX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10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EB807C-C032-14C9-0232-79362B81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MX" sz="5400"/>
              <a:t>1. ¿Qué es una Clase?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48CA18-CC6C-AD9D-3E3E-246ADFC7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MX" sz="1900"/>
              <a:t>Imaginemos que una </a:t>
            </a:r>
            <a:r>
              <a:rPr lang="es-MX" sz="1900" b="1"/>
              <a:t>clase</a:t>
            </a:r>
            <a:r>
              <a:rPr lang="es-MX" sz="1900"/>
              <a:t> es como un </a:t>
            </a:r>
            <a:r>
              <a:rPr lang="es-MX" sz="1900" b="1"/>
              <a:t>molde para hacer galletas</a:t>
            </a:r>
            <a:r>
              <a:rPr lang="es-MX" sz="1900"/>
              <a:t> 🍪. El molde define la forma, pero no es la galleta en sí. Cada vez que usas el molde, creas una galleta nueva (un "objeto").</a:t>
            </a:r>
          </a:p>
          <a:p>
            <a:r>
              <a:rPr lang="es-MX" sz="1900"/>
              <a:t>En programación, una clase describe </a:t>
            </a:r>
            <a:r>
              <a:rPr lang="es-MX" sz="1900" b="1"/>
              <a:t>qué información</a:t>
            </a:r>
            <a:r>
              <a:rPr lang="es-MX" sz="1900"/>
              <a:t> tendrá algo y </a:t>
            </a:r>
            <a:r>
              <a:rPr lang="es-MX" sz="1900" b="1"/>
              <a:t>qué puede hacer</a:t>
            </a:r>
            <a:r>
              <a:rPr lang="es-MX" sz="1900"/>
              <a:t>.</a:t>
            </a:r>
          </a:p>
          <a:p>
            <a:endParaRPr lang="es-MX" sz="19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FAE6F7-E5C3-DFB6-7C04-150720248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6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34974-F140-5CA6-237B-26210815A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29768"/>
            <a:ext cx="6894576" cy="5760720"/>
          </a:xfrm>
        </p:spPr>
        <p:txBody>
          <a:bodyPr>
            <a:normAutofit/>
          </a:bodyPr>
          <a:lstStyle/>
          <a:p>
            <a:r>
              <a:rPr lang="es-MX" sz="2200" dirty="0"/>
              <a:t>Aquí Perro es el </a:t>
            </a:r>
            <a:r>
              <a:rPr lang="es-MX" sz="2200" b="1" dirty="0"/>
              <a:t>molde</a:t>
            </a:r>
            <a:r>
              <a:rPr lang="es-MX" sz="2200" dirty="0"/>
              <a:t>. Ahora vamos a "hornear galletas" (crear perros reales):</a:t>
            </a:r>
          </a:p>
          <a:p>
            <a:endParaRPr lang="es-MX" sz="2200" dirty="0"/>
          </a:p>
          <a:p>
            <a:endParaRPr lang="es-MX" sz="2200" dirty="0"/>
          </a:p>
          <a:p>
            <a:endParaRPr lang="es-MX" sz="2200" dirty="0"/>
          </a:p>
          <a:p>
            <a:endParaRPr lang="es-MX" sz="2200" dirty="0"/>
          </a:p>
          <a:p>
            <a:endParaRPr lang="es-MX" sz="2200" dirty="0"/>
          </a:p>
          <a:p>
            <a:r>
              <a:rPr lang="es-MX" sz="2400" b="1" dirty="0"/>
              <a:t>Idea clave:</a:t>
            </a:r>
            <a:r>
              <a:rPr lang="es-MX" sz="2400" dirty="0"/>
              <a:t> la clase es el plano/diseño. El objeto (</a:t>
            </a:r>
            <a:r>
              <a:rPr lang="es-MX" dirty="0" err="1"/>
              <a:t>miPerro</a:t>
            </a:r>
            <a:r>
              <a:rPr lang="es-MX" sz="2400" dirty="0"/>
              <a:t>) es la cosa real creada a partir de ese plano. Puedes crear muchos perros diferentes con el mismo molde:</a:t>
            </a:r>
            <a:endParaRPr lang="es-MX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BBDDD9-963E-D548-A130-42696226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5" y="1099289"/>
            <a:ext cx="4432935" cy="27894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1EB690-D4CF-1255-8A48-7E75E81D8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50" y="1463335"/>
            <a:ext cx="5434026" cy="14536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332B50-F3B2-68CC-4494-100A3D45C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4917948"/>
            <a:ext cx="579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4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4F74D4-C6F1-5D19-4138-A4B651A8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MX" dirty="0"/>
              <a:t>2. ¿Qué es una Interfaz?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D7A91E-06A4-1B5E-522D-40F892F7B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s-MX" sz="2000"/>
              <a:t>Pesemos en un </a:t>
            </a:r>
            <a:r>
              <a:rPr lang="es-MX" sz="2000" b="1"/>
              <a:t>enchufe de electricidad</a:t>
            </a:r>
            <a:r>
              <a:rPr lang="es-MX" sz="2000"/>
              <a:t> 🔌. No importa si conectas una lámpara, una licuadora o un cargador de celular: todos deben tener la misma "forma de conexión" (dos o tres patas) para funcionar en ese enchufe.</a:t>
            </a:r>
          </a:p>
          <a:p>
            <a:r>
              <a:rPr lang="es-MX" sz="2000"/>
              <a:t>Una </a:t>
            </a:r>
            <a:r>
              <a:rPr lang="es-MX" sz="2000" b="1"/>
              <a:t>interfaz</a:t>
            </a:r>
            <a:r>
              <a:rPr lang="es-MX" sz="2000"/>
              <a:t> es como decir: </a:t>
            </a:r>
            <a:r>
              <a:rPr lang="es-MX" sz="2000" i="1"/>
              <a:t>"Cualquier cosa que queramos conectar aquí, DEBE tener estas funciones"</a:t>
            </a:r>
            <a:r>
              <a:rPr lang="es-MX" sz="2000"/>
              <a:t>. La interfaz no dice CÓMO hacerlo, solo dice QUÉ debe poder hacer.</a:t>
            </a:r>
          </a:p>
          <a:p>
            <a:r>
              <a:rPr lang="es-MX" sz="2000"/>
              <a:t>Ejemplo simple</a:t>
            </a:r>
          </a:p>
          <a:p>
            <a:endParaRPr lang="es-MX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926969-AFE8-4318-9DBA-03E227F9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536136"/>
            <a:ext cx="4788505" cy="105347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A0E8D1-0499-4F30-31D4-72CBA302B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s-MX" sz="2000"/>
              <a:t>Ahora, diferentes animales "prometen cumplir" esa regla, pero cada uno lo hace a su manera: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35B40B-B7C9-DA66-C30C-EFE916EC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435" y="2184914"/>
            <a:ext cx="3842368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0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102AA-8972-CF7F-DA17-7386E8A8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129"/>
            <a:ext cx="10226040" cy="897287"/>
          </a:xfrm>
        </p:spPr>
        <p:txBody>
          <a:bodyPr/>
          <a:lstStyle/>
          <a:p>
            <a:r>
              <a:rPr lang="es-MX" dirty="0"/>
              <a:t>¿Para qué sirve esto?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648D4-FE2D-298A-B14A-AA295463C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0" y="1253330"/>
            <a:ext cx="11148060" cy="5321206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/>
              <a:t>Te permite tratar cosas diferentes de manera parecida:</a:t>
            </a:r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r>
              <a:rPr lang="es-MX" b="1" dirty="0"/>
              <a:t>Idea clave:</a:t>
            </a:r>
            <a:r>
              <a:rPr lang="es-MX" dirty="0"/>
              <a:t> la interfaz es una </a:t>
            </a:r>
            <a:r>
              <a:rPr lang="es-MX" b="1" dirty="0"/>
              <a:t>promesa</a:t>
            </a:r>
            <a:r>
              <a:rPr lang="es-MX" dirty="0"/>
              <a:t>. Si una clase dice "yo implemento </a:t>
            </a:r>
            <a:r>
              <a:rPr lang="es-MX" dirty="0" err="1"/>
              <a:t>IAnimal</a:t>
            </a:r>
            <a:r>
              <a:rPr lang="es-MX" dirty="0"/>
              <a:t>", promete que va a tener el método </a:t>
            </a:r>
            <a:r>
              <a:rPr lang="es-MX" dirty="0" err="1"/>
              <a:t>HacerSonido</a:t>
            </a:r>
            <a:r>
              <a:rPr lang="es-MX" dirty="0"/>
              <a:t>(), sin importar cómo lo resuelva por dentro.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B50D8B-8F67-5DEA-4BDA-D1726B1D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57" y="1731454"/>
            <a:ext cx="7532180" cy="32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7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9263C-7D1E-3BBD-F2D3-0907B79A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" y="232172"/>
            <a:ext cx="10515600" cy="1325563"/>
          </a:xfrm>
        </p:spPr>
        <p:txBody>
          <a:bodyPr/>
          <a:lstStyle/>
          <a:p>
            <a:r>
              <a:rPr lang="es-MX" dirty="0"/>
              <a:t>3. ¿Qué es </a:t>
            </a:r>
            <a:r>
              <a:rPr lang="es-MX" dirty="0" err="1"/>
              <a:t>Entity</a:t>
            </a:r>
            <a:r>
              <a:rPr lang="es-MX" dirty="0"/>
              <a:t> Framework?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4DC089-223F-DC74-E03F-5450106EC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1557734"/>
            <a:ext cx="10820400" cy="4852209"/>
          </a:xfrm>
        </p:spPr>
        <p:txBody>
          <a:bodyPr/>
          <a:lstStyle/>
          <a:p>
            <a:r>
              <a:rPr lang="es-MX" dirty="0"/>
              <a:t>Antes de hablar del </a:t>
            </a:r>
            <a:r>
              <a:rPr lang="es-MX" dirty="0" err="1"/>
              <a:t>DbContext</a:t>
            </a:r>
            <a:r>
              <a:rPr lang="es-MX" dirty="0"/>
              <a:t>, entendamos </a:t>
            </a:r>
            <a:r>
              <a:rPr lang="es-MX" b="1" dirty="0" err="1"/>
              <a:t>Entity</a:t>
            </a:r>
            <a:r>
              <a:rPr lang="es-MX" b="1" dirty="0"/>
              <a:t> Framework (EF)</a:t>
            </a:r>
            <a:r>
              <a:rPr lang="es-MX" dirty="0"/>
              <a:t>.</a:t>
            </a:r>
          </a:p>
          <a:p>
            <a:r>
              <a:rPr lang="es-MX" dirty="0"/>
              <a:t>Normalmente, para hablar con una base de datos, tendrías que escribir código en </a:t>
            </a:r>
            <a:r>
              <a:rPr lang="es-MX" b="1" dirty="0"/>
              <a:t>SQL</a:t>
            </a:r>
            <a:r>
              <a:rPr lang="es-MX" dirty="0"/>
              <a:t>, algo como: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Esto puede ser tedioso y propenso a errores. </a:t>
            </a:r>
            <a:r>
              <a:rPr lang="es-MX" b="1" dirty="0" err="1"/>
              <a:t>Entity</a:t>
            </a:r>
            <a:r>
              <a:rPr lang="es-MX" b="1" dirty="0"/>
              <a:t> Framework es como un traductor/intermediario</a:t>
            </a:r>
            <a:r>
              <a:rPr lang="es-MX" dirty="0"/>
              <a:t>: tú le hablas en C# (el lenguaje que ya conoces) y él se encarga de convertirlo en SQL y comunicarse con la base de datos por nosotros.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2942B1-2652-0E1B-05A9-3D6D38C56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24" y="3429000"/>
            <a:ext cx="6200775" cy="6286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7F7DB9-1E9D-7990-D314-C1A8C2224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" y="6119430"/>
            <a:ext cx="90392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F4293-1FA8-52BB-B2FC-04504ABF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E4EBFB1-715F-177E-CC48-FD0C131A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Así, en vez de escribir SQL, escribes cosas como: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 EF se encarga de convertir eso automáticamente a SQL por detrás. ¡Tú ni te enteras!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85B85B-D0FB-CDF5-A2DD-1AE23A9D6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43" y="2521458"/>
            <a:ext cx="94964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DE00E6-1D21-B344-FA13-D1FFBB62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609600"/>
            <a:ext cx="5310116" cy="1322887"/>
          </a:xfrm>
        </p:spPr>
        <p:txBody>
          <a:bodyPr>
            <a:normAutofit/>
          </a:bodyPr>
          <a:lstStyle/>
          <a:p>
            <a:r>
              <a:rPr lang="es-MX" dirty="0"/>
              <a:t>4. ¿Qué es el </a:t>
            </a:r>
            <a:r>
              <a:rPr lang="es-MX" dirty="0" err="1"/>
              <a:t>DbContext</a:t>
            </a:r>
            <a:r>
              <a:rPr lang="es-MX" dirty="0"/>
              <a:t>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55D6F6-C267-2F2F-3FA8-DCB926A17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27" y="2685367"/>
            <a:ext cx="3720152" cy="149736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765AF-38C7-A2A2-86A8-D1BD11449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2194102"/>
            <a:ext cx="5310116" cy="3908585"/>
          </a:xfrm>
        </p:spPr>
        <p:txBody>
          <a:bodyPr>
            <a:normAutofit/>
          </a:bodyPr>
          <a:lstStyle/>
          <a:p>
            <a:r>
              <a:rPr lang="es-MX" sz="1900"/>
              <a:t>Si Entity Framework es el traductor, el </a:t>
            </a:r>
            <a:r>
              <a:rPr lang="es-MX" sz="1900" b="1"/>
              <a:t>DbContext</a:t>
            </a:r>
            <a:r>
              <a:rPr lang="es-MX" sz="1900"/>
              <a:t> es como la </a:t>
            </a:r>
            <a:r>
              <a:rPr lang="es-MX" sz="1900" b="1"/>
              <a:t>"puerta de entrada"</a:t>
            </a:r>
            <a:r>
              <a:rPr lang="es-MX" sz="1900"/>
              <a:t> o el </a:t>
            </a:r>
            <a:r>
              <a:rPr lang="es-MX" sz="1900" b="1"/>
              <a:t>recepcionista</a:t>
            </a:r>
            <a:r>
              <a:rPr lang="es-MX" sz="1900"/>
              <a:t> que conecta tu programa con la base de datos.</a:t>
            </a:r>
          </a:p>
          <a:p>
            <a:r>
              <a:rPr lang="es-MX" sz="1900"/>
              <a:t>Es una clase especial que: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1900"/>
              <a:t>Sabe </a:t>
            </a:r>
            <a:r>
              <a:rPr lang="es-MX" sz="1900" b="1"/>
              <a:t>a qué base de datos conectarse</a:t>
            </a:r>
            <a:r>
              <a:rPr lang="es-MX" sz="190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1900"/>
              <a:t>Sabe </a:t>
            </a:r>
            <a:r>
              <a:rPr lang="es-MX" sz="1900" b="1"/>
              <a:t>qué tablas existen</a:t>
            </a:r>
            <a:r>
              <a:rPr lang="es-MX" sz="1900"/>
              <a:t> (a través de las clases que definiste).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1900"/>
              <a:t>Te permite </a:t>
            </a:r>
            <a:r>
              <a:rPr lang="es-MX" sz="1900" b="1"/>
              <a:t>pedir, guardar, actualizar o borrar</a:t>
            </a:r>
            <a:r>
              <a:rPr lang="es-MX" sz="1900"/>
              <a:t> información.</a:t>
            </a:r>
          </a:p>
          <a:p>
            <a:r>
              <a:rPr lang="es-MX" sz="1900" b="1"/>
              <a:t>Paso 1: Define tus "moldes" (clases/modelos)</a:t>
            </a:r>
          </a:p>
          <a:p>
            <a:endParaRPr lang="es-MX" sz="1900"/>
          </a:p>
        </p:txBody>
      </p:sp>
    </p:spTree>
    <p:extLst>
      <p:ext uri="{BB962C8B-B14F-4D97-AF65-F5344CB8AC3E}">
        <p14:creationId xmlns:p14="http://schemas.microsoft.com/office/powerpoint/2010/main" val="418329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982936-C069-80B4-6718-FCD358E0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2: Crea el DbContext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C310615-6699-53D4-F7C3-BAAE0562C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754" y="2354239"/>
            <a:ext cx="945649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50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143A0-C966-7A58-5867-672B6FE9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D7B4C-2CDA-0839-A66E-876B4E14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Piensa en </a:t>
            </a:r>
            <a:r>
              <a:rPr lang="es-MX" dirty="0" err="1"/>
              <a:t>DbSet</a:t>
            </a:r>
            <a:r>
              <a:rPr lang="es-MX" dirty="0"/>
              <a:t>&lt;Producto&gt; como si dijeras: </a:t>
            </a:r>
            <a:r>
              <a:rPr lang="es-MX" i="1" dirty="0"/>
              <a:t>"quiero una caja llamada Productos donde guardo y saco objetos de tipo Producto"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174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EE1701-BA0F-0541-8EF9-E965D79C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Paso 3: Usa el DbContext para trabajar con datos</a:t>
            </a:r>
            <a:b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70C5C1-354A-399E-37E9-17FFE123A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5751" y="959294"/>
            <a:ext cx="5708649" cy="490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1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FD0AA0-D858-05F6-4974-B48D3FC47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221443"/>
            <a:ext cx="4777381" cy="224536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C0D45-31F0-7C15-5401-529916BBB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s-MX"/>
              <a:t>Muy importante: </a:t>
            </a:r>
            <a:r>
              <a:rPr lang="es-MX" b="1"/>
              <a:t>SaveChanges() es obligatorio</a:t>
            </a:r>
            <a:r>
              <a:rPr lang="es-MX"/>
              <a:t>. Sin esa línea, EF prepara los cambios pero NO los guarda de verdad en la base de datos.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1390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8856CE-2372-F931-04E7-31213D26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MX">
                <a:solidFill>
                  <a:schemeClr val="tx1">
                    <a:lumMod val="85000"/>
                    <a:lumOff val="15000"/>
                  </a:schemeClr>
                </a:solidFill>
              </a:rPr>
              <a:t>Ejercicio mental para reforzar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17C290-26E5-12AB-923A-46705B7D8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Imaginemos que tenemos una libreta de contactos:</a:t>
            </a:r>
          </a:p>
          <a:p>
            <a:pPr lvl="0"/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La </a:t>
            </a:r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clase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Contacto define que cada contacto tiene Nombre y Teléfono.</a:t>
            </a:r>
          </a:p>
          <a:p>
            <a:pPr lvl="0"/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Cada contacto real que agregas es un </a:t>
            </a:r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objeto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lvl="0"/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El </a:t>
            </a:r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DbContext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sería la libreta física que contiene todos los contactos guardados.</a:t>
            </a:r>
          </a:p>
          <a:p>
            <a:pPr lvl="0"/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Entity Framework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sería el sistema que te permite escribir y buscar en esa libreta sin tener que aprender un lenguaje especial de archivo.</a:t>
            </a:r>
          </a:p>
          <a:p>
            <a:pPr lvl="0"/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Si dijeras "todo lo que se pueda </a:t>
            </a:r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buscar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debe tener un método Buscar()", eso sería una </a:t>
            </a:r>
            <a:r>
              <a:rPr lang="es-MX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interfaz</a:t>
            </a:r>
            <a:r>
              <a:rPr lang="es-MX" sz="20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B060D-E420-3FA2-C9A5-B8710B28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4" y="250031"/>
            <a:ext cx="6467475" cy="1397794"/>
          </a:xfrm>
        </p:spPr>
        <p:txBody>
          <a:bodyPr/>
          <a:lstStyle/>
          <a:p>
            <a:r>
              <a:rPr lang="es-MX" dirty="0"/>
              <a:t>Estructura de Carpetas para una API en .NET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BE2363-4A69-E5B0-77C1-FA9FC142C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6" y="1825625"/>
            <a:ext cx="6467476" cy="4318000"/>
          </a:xfrm>
        </p:spPr>
        <p:txBody>
          <a:bodyPr/>
          <a:lstStyle/>
          <a:p>
            <a:pPr algn="just"/>
            <a:r>
              <a:rPr lang="es-MX" dirty="0"/>
              <a:t>Esta es la organización estándar que usa la mayoría de proyectos profesionales en .NET (llamada arquitectura por capas o "N-Layer" simplificada):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C4D0BA-4708-DD74-0F8B-80C73A43A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86" y="0"/>
            <a:ext cx="5497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3D764-A160-0F95-79C8-FD5148A9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B1738A-CF50-5DA4-6F1E-8C035E295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978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691</Words>
  <Application>Microsoft Office PowerPoint</Application>
  <PresentationFormat>Panorámica</PresentationFormat>
  <Paragraphs>56</Paragraphs>
  <Slides>16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Tema de Office</vt:lpstr>
      <vt:lpstr>Clases, Interfaces, DbContext y Entity Framework</vt:lpstr>
      <vt:lpstr>1. ¿Qué es una Clase?</vt:lpstr>
      <vt:lpstr>Presentación de PowerPoint</vt:lpstr>
      <vt:lpstr>2. ¿Qué es una Interfaz?</vt:lpstr>
      <vt:lpstr>Presentación de PowerPoint</vt:lpstr>
      <vt:lpstr>¿Para qué sirve esto?</vt:lpstr>
      <vt:lpstr>3. ¿Qué es Entity Framework?</vt:lpstr>
      <vt:lpstr>Presentación de PowerPoint</vt:lpstr>
      <vt:lpstr>4. ¿Qué es el DbContext?</vt:lpstr>
      <vt:lpstr>Paso 2: Crea el DbContext</vt:lpstr>
      <vt:lpstr>Presentación de PowerPoint</vt:lpstr>
      <vt:lpstr>Paso 3: Usa el DbContext para trabajar con datos </vt:lpstr>
      <vt:lpstr>Presentación de PowerPoint</vt:lpstr>
      <vt:lpstr>Ejercicio mental para reforzar</vt:lpstr>
      <vt:lpstr>Estructura de Carpetas para una API en .NET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G T</dc:creator>
  <cp:lastModifiedBy>Fabian G T</cp:lastModifiedBy>
  <cp:revision>2</cp:revision>
  <dcterms:created xsi:type="dcterms:W3CDTF">2026-09-26T03:32:45Z</dcterms:created>
  <dcterms:modified xsi:type="dcterms:W3CDTF">2026-09-26T04:45:08Z</dcterms:modified>
</cp:coreProperties>
</file>